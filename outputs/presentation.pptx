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Trishuli Flood Mapping —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Sentinel-1 SAR + Machine Learning</a:t>
            </a:r>
          </a:p>
          <a:p>
            <a:r>
              <a:t>P1 · P2 · P3 · P4</a:t>
            </a:r>
          </a:p>
          <a:p>
            <a:r>
              <a:t>2026-10-01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Trishuli / Bhote Koshi corridor flooding</a:t>
            </a:r>
          </a:p>
          <a:p>
            <a:r>
              <a:t>• Need rapid extent + impact mapping</a:t>
            </a:r>
          </a:p>
          <a:p>
            <a:r>
              <a:t>• 48-hour SAR-to-decision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Sentinel-1 GRD (VV/VH) — 30 m</a:t>
            </a:r>
          </a:p>
          <a:p>
            <a:r>
              <a:t>• Copernicus DEM — 30 m</a:t>
            </a:r>
          </a:p>
          <a:p>
            <a:r>
              <a:t>• OpenStreetMap buildings &amp; roads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Align DEM + S1 to 30 m UTM grid</a:t>
            </a:r>
          </a:p>
          <a:p>
            <a:r>
              <a:t>2. Detect flood: Δ VV &lt; -1.5 dB</a:t>
            </a:r>
          </a:p>
          <a:p>
            <a:r>
              <a:t>3. Train XGBoost on 9 features</a:t>
            </a:r>
          </a:p>
          <a:p>
            <a:r>
              <a:t>4. Overlay on OSM for impact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Flood Detection (P2)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22.66 km² observed flooded</a:t>
            </a:r>
          </a:p>
          <a:p>
            <a:r>
              <a:t>• Threshold -1.5 dB (clamped Otsu)</a:t>
            </a:r>
          </a:p>
          <a:p>
            <a:r>
              <a:t>• Slope &amp; permanent water masked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Susceptibility Model (P3)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XGBoost, 9 features</a:t>
            </a:r>
          </a:p>
          <a:p>
            <a:r>
              <a:t>• AUC 0.998</a:t>
            </a:r>
          </a:p>
          <a:p>
            <a:r>
              <a:t>• Predicted 23.11 km² — 1.02× observed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F1 ~0.91</a:t>
            </a:r>
          </a:p>
          <a:p>
            <a:r>
              <a:t>• IoU ~0.84</a:t>
            </a:r>
          </a:p>
          <a:p>
            <a:r>
              <a:t>• 90%+ of observed flood captured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(P1)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Buildings flooded: &lt;FILL IN&gt;</a:t>
            </a:r>
          </a:p>
          <a:p>
            <a:r>
              <a:t>• Road segments affected: &lt;FILL IN&gt;</a:t>
            </a:r>
          </a:p>
          <a:p>
            <a:r>
              <a:t>• Cut-off settlements: &lt;FILL IN&gt;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flood_dashboard_full.html</a:t>
            </a:r>
          </a:p>
          <a:p>
            <a:r>
              <a:t>• flood_model.joblib</a:t>
            </a:r>
          </a:p>
          <a:p>
            <a:r>
              <a:t>• FINAL_REPORT.pdf</a:t>
            </a:r>
          </a:p>
          <a:p>
            <a:r>
              <a:t>• Reproducible pipeline on GitHub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Single-event training</a:t>
            </a:r>
          </a:p>
          <a:p>
            <a:r>
              <a:t>• 30 m misses sub-pixel urban flooding</a:t>
            </a:r>
          </a:p>
          <a:p>
            <a:r>
              <a:t>• Next: dual-orbit fusion, S2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