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Trishuli / Bhote Koshi flood, 2026-08-26: Sentinel-1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Calibrated SAR change detection and OpenStreetMap exposure</a:t>
            </a:r>
          </a:p>
          <a:p>
            <a:pPr>
              <a:defRPr sz="2200"/>
            </a:pPr>
            <a:r>
              <a:t>Educational prototype, not an operational tool</a:t>
            </a:r>
          </a:p>
          <a:p>
            <a:pPr>
              <a:defRPr sz="2200"/>
            </a:pPr>
            <a:r>
              <a:t>2026-10-11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Event date 2026-08-26, Trishuli / Bhote Koshi, Rasuwa, Nepal</a:t>
            </a:r>
          </a:p>
          <a:p>
            <a:pPr>
              <a:defRPr sz="2200"/>
            </a:pPr>
            <a:r>
              <a:t>• Can free Sentinel-1 data show where the valley floor changed, and what is exposed?</a:t>
            </a:r>
          </a:p>
          <a:p>
            <a:pPr>
              <a:defRPr sz="2200"/>
            </a:pPr>
            <a:r>
              <a:t>• Checking only: Copernicus EMS products (EMSR927 GRA: landslide polygons and damage points, no flood-extent layer)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Sentinel-1 GRD VV/VH, track asc85: references 2026-08-16, 2026-08-04, 2026-07-23, 2026-07-11; post 2026-08-28</a:t>
            </a:r>
          </a:p>
          <a:p>
            <a:pPr>
              <a:defRPr sz="2200"/>
            </a:pPr>
            <a:r>
              <a:t>• Copernicus GLO-30 DEM (HAND valley floor, radar layover / shadow mask)</a:t>
            </a:r>
          </a:p>
          <a:p>
            <a:pPr>
              <a:defRPr sz="2200"/>
            </a:pPr>
            <a:r>
              <a:t>• OpenStreetMap snapshot of 2026-07-27 (pre-event)</a:t>
            </a:r>
          </a:p>
          <a:p>
            <a:pPr>
              <a:defRPr sz="2200"/>
            </a:pPr>
            <a:r>
              <a:t>• EMS products used only for checking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1. SNAP: orbit file, noise removal, sigma0, terrain correction; 30 m grid</a:t>
            </a:r>
          </a:p>
          <a:p>
            <a:pPr>
              <a:defRPr sz="2200"/>
            </a:pPr>
            <a:r>
              <a:t>2. Robust-z change of the post scene against 4 pre-event references, valley floor only</a:t>
            </a:r>
          </a:p>
          <a:p>
            <a:pPr>
              <a:defRPr sz="2200"/>
            </a:pPr>
            <a:r>
              <a:t>3. Thresholds from leave-one-out null runs on pre-event dates (no EMS)</a:t>
            </a:r>
          </a:p>
          <a:p>
            <a:pPr>
              <a:defRPr sz="2200"/>
            </a:pPr>
            <a:r>
              <a:t>4. Overlay on pre-event OSM: exposure, bridges exposed, hospital access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finding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• Detector status: change_detected (calibrated = True)</a:t>
            </a:r>
          </a:p>
          <a:p>
            <a:pPr>
              <a:defRPr sz="1600"/>
            </a:pPr>
            <a:r>
              <a:t>• Flagged: 0.31 km² flood-like (water-like backscatter change), 2.29 km² dark, 0.54 km² bright</a:t>
            </a:r>
          </a:p>
          <a:p>
            <a:pPr>
              <a:defRPr sz="1600"/>
            </a:pPr>
            <a:r>
              <a:t>• Flood-like change (0.31 km² of water-like backscatter change) and surface change (2.29 km² dark, 0.54 km² bright) are each separable from all four pre-event nulls. An independent single-date water model could not separate the event from pre-event dates, and Sentinel-2 does not confirm open water.</a:t>
            </a:r>
          </a:p>
          <a:p>
            <a:pPr>
              <a:defRPr sz="1600"/>
            </a:pPr>
            <a:r>
              <a:t>• Surface change on the valley floor, not a validated flood extent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Exposure to the mask (not damage)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• Buildings overlapping the mask: 556 (range 244-1,078) of 189,503; 92% unknown status</a:t>
            </a:r>
          </a:p>
          <a:p>
            <a:pPr>
              <a:defRPr sz="1800"/>
            </a:pPr>
            <a:r>
              <a:t>• Motorable road in mask: 11.8 km (range 6.4-22.0)</a:t>
            </a:r>
          </a:p>
          <a:p>
            <a:pPr>
              <a:defRPr sz="1800"/>
            </a:pPr>
            <a:r>
              <a:t>• Bridges exposed (not failed): 20 (range 12-30)</a:t>
            </a:r>
          </a:p>
          <a:p>
            <a:pPr>
              <a:defRPr sz="1800"/>
            </a:pPr>
            <a:r>
              <a:t>• Settlements with no road path to a hospital: 4 (range 2-12) of 446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• Check-only reference: EMSR927 landslide polygons and damage points (GRA products)</a:t>
            </a:r>
          </a:p>
          <a:p>
            <a:pPr>
              <a:defRPr sz="1800"/>
            </a:pPr>
            <a:r>
              <a:t>• Hold-out AOI03 vs landslide polygons: precision 0.93, recall 0.17, IoU 0.17</a:t>
            </a:r>
          </a:p>
          <a:p>
            <a:pPr>
              <a:defRPr sz="1800"/>
            </a:pPr>
            <a:r>
              <a:t>• Damage-point recall at 0 m: 23% [11%-33%], indistinguishable from chance</a:t>
            </a:r>
          </a:p>
          <a:p>
            <a:pPr>
              <a:defRPr sz="1800"/>
            </a:pPr>
            <a:r>
              <a:t>• No flood-extent layer: the flood class is not validated against EMS</a:t>
            </a:r>
          </a:p>
          <a:p>
            <a:pPr>
              <a:defRPr sz="1800"/>
            </a:pPr>
            <a:r>
              <a:t>• Water model on the corridor (prediction-only): not separable from the nulls, so it is not independent evidence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Interactive dashboard (outputs/dashboard/index.html, works offline)</a:t>
            </a:r>
          </a:p>
          <a:p>
            <a:pPr>
              <a:defRPr sz="2200"/>
            </a:pPr>
            <a:r>
              <a:t>• Situation reports (EN, NE, one page) and docs/REPORT.pdf</a:t>
            </a:r>
          </a:p>
          <a:p>
            <a:pPr>
              <a:defRPr sz="2200"/>
            </a:pPr>
            <a:r>
              <a:t>• Reproducible pipeline: python -m src.run (SNAP route; --s1-source pc cross-check)</a:t>
            </a:r>
          </a:p>
          <a:p>
            <a:pPr>
              <a:defRPr sz="2200"/>
            </a:pPr>
            <a:r>
              <a:t>• Water-model weights (models/)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 and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One track; post scene 2026-08-28</a:t>
            </a:r>
          </a:p>
          <a:p>
            <a:pPr>
              <a:defRPr sz="2200"/>
            </a:pPr>
            <a:r>
              <a:t>• 30 m pixels, steep terrain masked, OSM incomplete in rural areas</a:t>
            </a:r>
          </a:p>
          <a:p>
            <a:pPr>
              <a:defRPr sz="2200"/>
            </a:pPr>
            <a:r>
              <a:t>• Next: a second track or a closer post scene, post-event OSM for cut-off checks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