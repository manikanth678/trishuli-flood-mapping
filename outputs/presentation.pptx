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Trishuli / Bhote Koshi flood: Sentinel-1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Calibrated, terrain-corrected SAR and OpenStreetMap exposure</a:t>
            </a:r>
          </a:p>
          <a:p>
            <a:pPr>
              <a:defRPr sz="2200"/>
            </a:pPr>
            <a:r>
              <a:t>Preliminary and unvalidated</a:t>
            </a:r>
          </a:p>
          <a:p>
            <a:pPr>
              <a:defRPr sz="2200"/>
            </a:pPr>
            <a:r>
              <a:t>2026-10-04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Suspected GLOF on 2026-08-26, Rasuwa District, Nepal</a:t>
            </a:r>
          </a:p>
          <a:p>
            <a:pPr>
              <a:defRPr sz="2200"/>
            </a:pPr>
            <a:r>
              <a:t>• Can free Sentinel-1 data map flood extent and impact quickly?</a:t>
            </a:r>
          </a:p>
          <a:p>
            <a:pPr>
              <a:defRPr sz="2200"/>
            </a:pPr>
            <a:r>
              <a:t>• EMSR927 mapped damaged structures but has no flood-extent layer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Sentinel-1 GRD VV/VH: 2026-08-16 (pre), 2026-08-28 (post)</a:t>
            </a:r>
          </a:p>
          <a:p>
            <a:pPr>
              <a:defRPr sz="2200"/>
            </a:pPr>
            <a:r>
              <a:t>• Copernicus GLO-30 DEM</a:t>
            </a:r>
          </a:p>
          <a:p>
            <a:pPr>
              <a:defRPr sz="2200"/>
            </a:pPr>
            <a:r>
              <a:t>• OpenStreetMap snapshot of 2026-07-27 (pre-event)</a:t>
            </a:r>
          </a:p>
          <a:p>
            <a:pPr>
              <a:defRPr sz="2200"/>
            </a:pPr>
            <a:r>
              <a:t>• EMSR927 damage points, used only for validation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1. SNAP: orbit file, noise removal, sigma0, terrain correction</a:t>
            </a:r>
          </a:p>
          <a:p>
            <a:pPr>
              <a:defRPr sz="2200"/>
            </a:pPr>
            <a:r>
              <a:t>2. Average to a 30 m grid (UTM 45N)</a:t>
            </a:r>
          </a:p>
          <a:p>
            <a:pPr>
              <a:defRPr sz="2200"/>
            </a:pPr>
            <a:r>
              <a:t>3. Detect: mean VV/VH change below a threshold, flat land only</a:t>
            </a:r>
          </a:p>
          <a:p>
            <a:pPr>
              <a:defRPr sz="2200"/>
            </a:pPr>
            <a:r>
              <a:t>4. Overlay on OSM and validate against EMSR927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No detectable flood signal on this Sentinel-1 pair</a:t>
            </a:r>
          </a:p>
          <a:p>
            <a:pPr>
              <a:defRPr sz="2200"/>
            </a:pPr>
            <a:r>
              <a:t>• River VV change in the Rasuwa reach is no darker than shifted controls</a:t>
            </a:r>
          </a:p>
          <a:p>
            <a:pPr>
              <a:defRPr sz="2200"/>
            </a:pPr>
            <a:r>
              <a:t>• The pair cannot resolve the event; it does not show that no flood occurred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Detector mask (unvalidated)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5,802 px (5.22 km²), scattered</a:t>
            </a:r>
          </a:p>
          <a:p>
            <a:pPr>
              <a:defRPr sz="2200"/>
            </a:pPr>
            <a:r>
              <a:t>• Threshold clipped to -3.5 to -1.5 dB, slope under 12°, patches of 20+ px</a:t>
            </a:r>
          </a:p>
          <a:p>
            <a:pPr>
              <a:defRPr sz="2200"/>
            </a:pPr>
            <a:r>
              <a:t>• Selected from noise-level change, so not a flood extent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Exposure to the mask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Buildings: 991 of 189,503 (+102 debris-affected)</a:t>
            </a:r>
          </a:p>
          <a:p>
            <a:pPr>
              <a:defRPr sz="2200"/>
            </a:pPr>
            <a:r>
              <a:t>• Road segments: 83 of 14,151</a:t>
            </a:r>
          </a:p>
          <a:p>
            <a:pPr>
              <a:defRPr sz="2200"/>
            </a:pPr>
            <a:r>
              <a:t>• Bridges: 21 of 385</a:t>
            </a:r>
          </a:p>
          <a:p>
            <a:pPr>
              <a:defRPr sz="2200"/>
            </a:pPr>
            <a:r>
              <a:t>• Settlements cut off: 4 of 446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Mask hit rate on EMSR927 damage points vs a random-mask null</a:t>
            </a:r>
          </a:p>
          <a:p>
            <a:pPr>
              <a:defRPr sz="2200"/>
            </a:pPr>
            <a:r>
              <a:t>• No mask pixels in 2 of 4 AOIs: a coverage limit, not a detection error</a:t>
            </a:r>
          </a:p>
          <a:p>
            <a:pPr>
              <a:defRPr sz="2200"/>
            </a:pPr>
            <a:r>
              <a:t>• U-Net (Sen1Floods11) cannot separate the two scenes, so it is not independent evidence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Interactive dashboard (outputs/dashboard.html)</a:t>
            </a:r>
          </a:p>
          <a:p>
            <a:pPr>
              <a:defRPr sz="2200"/>
            </a:pPr>
            <a:r>
              <a:t>• Situation report and final report</a:t>
            </a:r>
          </a:p>
          <a:p>
            <a:pPr>
              <a:defRPr sz="2200"/>
            </a:pPr>
            <a:r>
              <a:t>• Reproducible pipeline (run_all.sh)</a:t>
            </a:r>
          </a:p>
          <a:p>
            <a:pPr>
              <a:defRPr sz="2200"/>
            </a:pPr>
            <a:r>
              <a:t>• Trained U-Net weights (flood_unet.pt)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Post scene is two days after the event</a:t>
            </a:r>
          </a:p>
          <a:p>
            <a:pPr>
              <a:defRPr sz="2200"/>
            </a:pPr>
            <a:r>
              <a:t>• 30 m pixels, steep terrain masked, OSM incomplete in rural Rasuwa</a:t>
            </a:r>
          </a:p>
          <a:p>
            <a:pPr>
              <a:defRPr sz="2200"/>
            </a:pPr>
            <a:r>
              <a:t>• Next: Sentinel-2, PlanetScope or high-resolution SAR within 24-72 h</a:t>
            </a:r>
          </a:p>
          <a:p>
            <a:pPr>
              <a:defRPr sz="2200"/>
            </a:pPr>
            <a:r>
              <a:t>• Replace the threshold detector before reuse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